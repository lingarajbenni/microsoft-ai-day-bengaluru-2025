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oppins Semi-Bold" charset="1" panose="00000700000000000000"/>
      <p:regular r:id="rId10"/>
    </p:embeddedFont>
    <p:embeddedFont>
      <p:font typeface="Poppins" charset="1" panose="000005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jpe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0.png" Type="http://schemas.openxmlformats.org/officeDocument/2006/relationships/image"/><Relationship Id="rId9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5092633" y="8332555"/>
            <a:ext cx="0" cy="82694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614161" y="7616646"/>
            <a:ext cx="2197589" cy="2197589"/>
          </a:xfrm>
          <a:custGeom>
            <a:avLst/>
            <a:gdLst/>
            <a:ahLst/>
            <a:cxnLst/>
            <a:rect r="r" b="b" t="t" l="l"/>
            <a:pathLst>
              <a:path h="2197589" w="2197589">
                <a:moveTo>
                  <a:pt x="0" y="0"/>
                </a:moveTo>
                <a:lnTo>
                  <a:pt x="2197589" y="0"/>
                </a:lnTo>
                <a:lnTo>
                  <a:pt x="2197589" y="2197588"/>
                </a:lnTo>
                <a:lnTo>
                  <a:pt x="0" y="219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900" y="4414370"/>
            <a:ext cx="18221100" cy="6149621"/>
          </a:xfrm>
          <a:custGeom>
            <a:avLst/>
            <a:gdLst/>
            <a:ahLst/>
            <a:cxnLst/>
            <a:rect r="r" b="b" t="t" l="l"/>
            <a:pathLst>
              <a:path h="6149621" w="18221100">
                <a:moveTo>
                  <a:pt x="0" y="0"/>
                </a:moveTo>
                <a:lnTo>
                  <a:pt x="18221100" y="0"/>
                </a:lnTo>
                <a:lnTo>
                  <a:pt x="18221100" y="6149621"/>
                </a:lnTo>
                <a:lnTo>
                  <a:pt x="0" y="61496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83528" y="5999812"/>
            <a:ext cx="206142" cy="2061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130920" y="8604961"/>
            <a:ext cx="555242" cy="600262"/>
          </a:xfrm>
          <a:custGeom>
            <a:avLst/>
            <a:gdLst/>
            <a:ahLst/>
            <a:cxnLst/>
            <a:rect r="r" b="b" t="t" l="l"/>
            <a:pathLst>
              <a:path h="600262" w="555242">
                <a:moveTo>
                  <a:pt x="0" y="0"/>
                </a:moveTo>
                <a:lnTo>
                  <a:pt x="555242" y="0"/>
                </a:lnTo>
                <a:lnTo>
                  <a:pt x="555242" y="600262"/>
                </a:lnTo>
                <a:lnTo>
                  <a:pt x="0" y="600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01296" y="1454187"/>
            <a:ext cx="2930008" cy="859164"/>
          </a:xfrm>
          <a:custGeom>
            <a:avLst/>
            <a:gdLst/>
            <a:ahLst/>
            <a:cxnLst/>
            <a:rect r="r" b="b" t="t" l="l"/>
            <a:pathLst>
              <a:path h="859164" w="2930008">
                <a:moveTo>
                  <a:pt x="0" y="0"/>
                </a:moveTo>
                <a:lnTo>
                  <a:pt x="2930008" y="0"/>
                </a:lnTo>
                <a:lnTo>
                  <a:pt x="2930008" y="859164"/>
                </a:lnTo>
                <a:lnTo>
                  <a:pt x="0" y="8591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34782" y="304418"/>
            <a:ext cx="3424518" cy="724282"/>
          </a:xfrm>
          <a:custGeom>
            <a:avLst/>
            <a:gdLst/>
            <a:ahLst/>
            <a:cxnLst/>
            <a:rect r="r" b="b" t="t" l="l"/>
            <a:pathLst>
              <a:path h="724282" w="3424518">
                <a:moveTo>
                  <a:pt x="0" y="0"/>
                </a:moveTo>
                <a:lnTo>
                  <a:pt x="3424518" y="0"/>
                </a:lnTo>
                <a:lnTo>
                  <a:pt x="3424518" y="724282"/>
                </a:lnTo>
                <a:lnTo>
                  <a:pt x="0" y="7242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01296" y="3288048"/>
            <a:ext cx="7576031" cy="185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31"/>
              </a:lnSpc>
              <a:spcBef>
                <a:spcPct val="0"/>
              </a:spcBef>
            </a:pPr>
            <a:r>
              <a:rPr lang="en-US" b="true" sz="10308">
                <a:solidFill>
                  <a:srgbClr val="9D53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Title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1296" y="6343650"/>
            <a:ext cx="262076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9D53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Presented by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01296" y="6918960"/>
            <a:ext cx="262076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D53FF"/>
                </a:solidFill>
                <a:latin typeface="Poppins"/>
                <a:ea typeface="Poppins"/>
                <a:cs typeface="Poppins"/>
                <a:sym typeface="Poppins"/>
              </a:rPr>
              <a:t>Name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01296" y="2478047"/>
            <a:ext cx="7576031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9D53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Microsoft AI Day Bengaluru 2025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45752" y="8183848"/>
            <a:ext cx="2148905" cy="2148905"/>
          </a:xfrm>
          <a:custGeom>
            <a:avLst/>
            <a:gdLst/>
            <a:ahLst/>
            <a:cxnLst/>
            <a:rect r="r" b="b" t="t" l="l"/>
            <a:pathLst>
              <a:path h="2148905" w="2148905">
                <a:moveTo>
                  <a:pt x="0" y="0"/>
                </a:moveTo>
                <a:lnTo>
                  <a:pt x="2148904" y="0"/>
                </a:lnTo>
                <a:lnTo>
                  <a:pt x="2148904" y="2148904"/>
                </a:lnTo>
                <a:lnTo>
                  <a:pt x="0" y="21489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2826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8482" y="233716"/>
            <a:ext cx="3562904" cy="1044748"/>
          </a:xfrm>
          <a:custGeom>
            <a:avLst/>
            <a:gdLst/>
            <a:ahLst/>
            <a:cxnLst/>
            <a:rect r="r" b="b" t="t" l="l"/>
            <a:pathLst>
              <a:path h="1044748" w="3562904">
                <a:moveTo>
                  <a:pt x="0" y="0"/>
                </a:moveTo>
                <a:lnTo>
                  <a:pt x="3562905" y="0"/>
                </a:lnTo>
                <a:lnTo>
                  <a:pt x="3562905" y="1044747"/>
                </a:lnTo>
                <a:lnTo>
                  <a:pt x="0" y="1044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92242" y="393949"/>
            <a:ext cx="3424518" cy="724282"/>
          </a:xfrm>
          <a:custGeom>
            <a:avLst/>
            <a:gdLst/>
            <a:ahLst/>
            <a:cxnLst/>
            <a:rect r="r" b="b" t="t" l="l"/>
            <a:pathLst>
              <a:path h="724282" w="3424518">
                <a:moveTo>
                  <a:pt x="0" y="0"/>
                </a:moveTo>
                <a:lnTo>
                  <a:pt x="3424518" y="0"/>
                </a:lnTo>
                <a:lnTo>
                  <a:pt x="3424518" y="724282"/>
                </a:lnTo>
                <a:lnTo>
                  <a:pt x="0" y="72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517119" y="2520315"/>
            <a:ext cx="5246370" cy="5246370"/>
            <a:chOff x="0" y="0"/>
            <a:chExt cx="8909050" cy="890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210012" y="2402"/>
              <a:ext cx="9329074" cy="8904246"/>
            </a:xfrm>
            <a:custGeom>
              <a:avLst/>
              <a:gdLst/>
              <a:ahLst/>
              <a:cxnLst/>
              <a:rect r="r" b="b" t="t" l="l"/>
              <a:pathLst>
                <a:path h="8904246" w="9329074">
                  <a:moveTo>
                    <a:pt x="4664537" y="7123"/>
                  </a:moveTo>
                  <a:cubicBezTo>
                    <a:pt x="3071756" y="0"/>
                    <a:pt x="1596908" y="845651"/>
                    <a:pt x="798454" y="2223865"/>
                  </a:cubicBezTo>
                  <a:cubicBezTo>
                    <a:pt x="0" y="3602079"/>
                    <a:pt x="0" y="5302167"/>
                    <a:pt x="798454" y="6680382"/>
                  </a:cubicBezTo>
                  <a:cubicBezTo>
                    <a:pt x="1596908" y="8058595"/>
                    <a:pt x="3071756" y="8904246"/>
                    <a:pt x="4664537" y="8897123"/>
                  </a:cubicBezTo>
                  <a:cubicBezTo>
                    <a:pt x="6257318" y="8904246"/>
                    <a:pt x="7732166" y="8058595"/>
                    <a:pt x="8530620" y="6680382"/>
                  </a:cubicBezTo>
                  <a:cubicBezTo>
                    <a:pt x="9329074" y="5302167"/>
                    <a:pt x="9329074" y="3602079"/>
                    <a:pt x="8530620" y="2223865"/>
                  </a:cubicBezTo>
                  <a:cubicBezTo>
                    <a:pt x="7732166" y="845651"/>
                    <a:pt x="6257318" y="0"/>
                    <a:pt x="4664537" y="7123"/>
                  </a:cubicBezTo>
                  <a:close/>
                </a:path>
              </a:pathLst>
            </a:custGeom>
            <a:solidFill>
              <a:srgbClr val="EBB75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63" y="263805"/>
              <a:ext cx="8781323" cy="8381440"/>
            </a:xfrm>
            <a:custGeom>
              <a:avLst/>
              <a:gdLst/>
              <a:ahLst/>
              <a:cxnLst/>
              <a:rect r="r" b="b" t="t" l="l"/>
              <a:pathLst>
                <a:path h="8381440" w="8781323">
                  <a:moveTo>
                    <a:pt x="4390662" y="6705"/>
                  </a:moveTo>
                  <a:cubicBezTo>
                    <a:pt x="2891400" y="0"/>
                    <a:pt x="1503147" y="795999"/>
                    <a:pt x="751573" y="2093292"/>
                  </a:cubicBezTo>
                  <a:cubicBezTo>
                    <a:pt x="0" y="3390586"/>
                    <a:pt x="0" y="4990854"/>
                    <a:pt x="751573" y="6288148"/>
                  </a:cubicBezTo>
                  <a:cubicBezTo>
                    <a:pt x="1503147" y="7585441"/>
                    <a:pt x="2891400" y="8381440"/>
                    <a:pt x="4390662" y="8374735"/>
                  </a:cubicBezTo>
                  <a:cubicBezTo>
                    <a:pt x="5889924" y="8381440"/>
                    <a:pt x="7278177" y="7585441"/>
                    <a:pt x="8029751" y="6288148"/>
                  </a:cubicBezTo>
                  <a:cubicBezTo>
                    <a:pt x="8781323" y="4990854"/>
                    <a:pt x="8781323" y="3390586"/>
                    <a:pt x="8029751" y="2093292"/>
                  </a:cubicBezTo>
                  <a:cubicBezTo>
                    <a:pt x="7278177" y="795999"/>
                    <a:pt x="5889924" y="0"/>
                    <a:pt x="4390662" y="6705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EBB75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7428" y="2646957"/>
            <a:ext cx="9971131" cy="5060673"/>
            <a:chOff x="0" y="0"/>
            <a:chExt cx="2626142" cy="1332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6142" cy="1332852"/>
            </a:xfrm>
            <a:custGeom>
              <a:avLst/>
              <a:gdLst/>
              <a:ahLst/>
              <a:cxnLst/>
              <a:rect r="r" b="b" t="t" l="l"/>
              <a:pathLst>
                <a:path h="1332852" w="2626142">
                  <a:moveTo>
                    <a:pt x="39598" y="0"/>
                  </a:moveTo>
                  <a:lnTo>
                    <a:pt x="2586543" y="0"/>
                  </a:lnTo>
                  <a:cubicBezTo>
                    <a:pt x="2597046" y="0"/>
                    <a:pt x="2607118" y="4172"/>
                    <a:pt x="2614544" y="11598"/>
                  </a:cubicBezTo>
                  <a:cubicBezTo>
                    <a:pt x="2621970" y="19024"/>
                    <a:pt x="2626142" y="29096"/>
                    <a:pt x="2626142" y="39598"/>
                  </a:cubicBezTo>
                  <a:lnTo>
                    <a:pt x="2626142" y="1293254"/>
                  </a:lnTo>
                  <a:cubicBezTo>
                    <a:pt x="2626142" y="1315124"/>
                    <a:pt x="2608413" y="1332852"/>
                    <a:pt x="2586543" y="1332852"/>
                  </a:cubicBezTo>
                  <a:lnTo>
                    <a:pt x="39598" y="1332852"/>
                  </a:lnTo>
                  <a:cubicBezTo>
                    <a:pt x="17729" y="1332852"/>
                    <a:pt x="0" y="1315124"/>
                    <a:pt x="0" y="1293254"/>
                  </a:cubicBezTo>
                  <a:lnTo>
                    <a:pt x="0" y="39598"/>
                  </a:lnTo>
                  <a:cubicBezTo>
                    <a:pt x="0" y="17729"/>
                    <a:pt x="17729" y="0"/>
                    <a:pt x="39598" y="0"/>
                  </a:cubicBezTo>
                  <a:close/>
                </a:path>
              </a:pathLst>
            </a:custGeom>
            <a:solidFill>
              <a:srgbClr val="EBB756">
                <a:alpha val="2078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626142" cy="1390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000000">
                      <a:alpha val="20784"/>
                    </a:srgbClr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Your Bio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682975" y="9108178"/>
            <a:ext cx="2843050" cy="944722"/>
          </a:xfrm>
          <a:custGeom>
            <a:avLst/>
            <a:gdLst/>
            <a:ahLst/>
            <a:cxnLst/>
            <a:rect r="r" b="b" t="t" l="l"/>
            <a:pathLst>
              <a:path h="944722" w="2843050">
                <a:moveTo>
                  <a:pt x="0" y="0"/>
                </a:moveTo>
                <a:lnTo>
                  <a:pt x="2843051" y="0"/>
                </a:lnTo>
                <a:lnTo>
                  <a:pt x="2843051" y="944722"/>
                </a:lnTo>
                <a:lnTo>
                  <a:pt x="0" y="944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45410" y="9108178"/>
            <a:ext cx="3470715" cy="915353"/>
          </a:xfrm>
          <a:custGeom>
            <a:avLst/>
            <a:gdLst/>
            <a:ahLst/>
            <a:cxnLst/>
            <a:rect r="r" b="b" t="t" l="l"/>
            <a:pathLst>
              <a:path h="915353" w="3470715">
                <a:moveTo>
                  <a:pt x="0" y="0"/>
                </a:moveTo>
                <a:lnTo>
                  <a:pt x="3470715" y="0"/>
                </a:lnTo>
                <a:lnTo>
                  <a:pt x="3470715" y="915353"/>
                </a:lnTo>
                <a:lnTo>
                  <a:pt x="0" y="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118" t="-28477" r="-9325" b="-3378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33934" y="9108178"/>
            <a:ext cx="2844625" cy="898902"/>
          </a:xfrm>
          <a:custGeom>
            <a:avLst/>
            <a:gdLst/>
            <a:ahLst/>
            <a:cxnLst/>
            <a:rect r="r" b="b" t="t" l="l"/>
            <a:pathLst>
              <a:path h="898902" w="2844625">
                <a:moveTo>
                  <a:pt x="0" y="0"/>
                </a:moveTo>
                <a:lnTo>
                  <a:pt x="2844625" y="0"/>
                </a:lnTo>
                <a:lnTo>
                  <a:pt x="2844625" y="898901"/>
                </a:lnTo>
                <a:lnTo>
                  <a:pt x="0" y="8989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9983" t="-201218" r="-29583" b="-20374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420322" y="7792768"/>
            <a:ext cx="5439966" cy="103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2"/>
              </a:lnSpc>
              <a:spcBef>
                <a:spcPct val="0"/>
              </a:spcBef>
            </a:pPr>
            <a:r>
              <a:rPr lang="en-US" b="true" sz="570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Speaker Name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45752" y="8183848"/>
            <a:ext cx="2148905" cy="2148905"/>
          </a:xfrm>
          <a:custGeom>
            <a:avLst/>
            <a:gdLst/>
            <a:ahLst/>
            <a:cxnLst/>
            <a:rect r="r" b="b" t="t" l="l"/>
            <a:pathLst>
              <a:path h="2148905" w="2148905">
                <a:moveTo>
                  <a:pt x="0" y="0"/>
                </a:moveTo>
                <a:lnTo>
                  <a:pt x="2148904" y="0"/>
                </a:lnTo>
                <a:lnTo>
                  <a:pt x="2148904" y="2148904"/>
                </a:lnTo>
                <a:lnTo>
                  <a:pt x="0" y="21489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2826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8482" y="233716"/>
            <a:ext cx="3562904" cy="1044748"/>
          </a:xfrm>
          <a:custGeom>
            <a:avLst/>
            <a:gdLst/>
            <a:ahLst/>
            <a:cxnLst/>
            <a:rect r="r" b="b" t="t" l="l"/>
            <a:pathLst>
              <a:path h="1044748" w="3562904">
                <a:moveTo>
                  <a:pt x="0" y="0"/>
                </a:moveTo>
                <a:lnTo>
                  <a:pt x="3562905" y="0"/>
                </a:lnTo>
                <a:lnTo>
                  <a:pt x="3562905" y="1044747"/>
                </a:lnTo>
                <a:lnTo>
                  <a:pt x="0" y="1044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92242" y="393949"/>
            <a:ext cx="3424518" cy="724282"/>
          </a:xfrm>
          <a:custGeom>
            <a:avLst/>
            <a:gdLst/>
            <a:ahLst/>
            <a:cxnLst/>
            <a:rect r="r" b="b" t="t" l="l"/>
            <a:pathLst>
              <a:path h="724282" w="3424518">
                <a:moveTo>
                  <a:pt x="0" y="0"/>
                </a:moveTo>
                <a:lnTo>
                  <a:pt x="3424518" y="0"/>
                </a:lnTo>
                <a:lnTo>
                  <a:pt x="3424518" y="724282"/>
                </a:lnTo>
                <a:lnTo>
                  <a:pt x="0" y="72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82975" y="9108178"/>
            <a:ext cx="2843050" cy="944722"/>
          </a:xfrm>
          <a:custGeom>
            <a:avLst/>
            <a:gdLst/>
            <a:ahLst/>
            <a:cxnLst/>
            <a:rect r="r" b="b" t="t" l="l"/>
            <a:pathLst>
              <a:path h="944722" w="2843050">
                <a:moveTo>
                  <a:pt x="0" y="0"/>
                </a:moveTo>
                <a:lnTo>
                  <a:pt x="2843051" y="0"/>
                </a:lnTo>
                <a:lnTo>
                  <a:pt x="2843051" y="944722"/>
                </a:lnTo>
                <a:lnTo>
                  <a:pt x="0" y="944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45410" y="9108178"/>
            <a:ext cx="3470715" cy="915353"/>
          </a:xfrm>
          <a:custGeom>
            <a:avLst/>
            <a:gdLst/>
            <a:ahLst/>
            <a:cxnLst/>
            <a:rect r="r" b="b" t="t" l="l"/>
            <a:pathLst>
              <a:path h="915353" w="3470715">
                <a:moveTo>
                  <a:pt x="0" y="0"/>
                </a:moveTo>
                <a:lnTo>
                  <a:pt x="3470715" y="0"/>
                </a:lnTo>
                <a:lnTo>
                  <a:pt x="3470715" y="915353"/>
                </a:lnTo>
                <a:lnTo>
                  <a:pt x="0" y="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118" t="-28477" r="-9325" b="-3378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33934" y="9108178"/>
            <a:ext cx="2844625" cy="898902"/>
          </a:xfrm>
          <a:custGeom>
            <a:avLst/>
            <a:gdLst/>
            <a:ahLst/>
            <a:cxnLst/>
            <a:rect r="r" b="b" t="t" l="l"/>
            <a:pathLst>
              <a:path h="898902" w="2844625">
                <a:moveTo>
                  <a:pt x="0" y="0"/>
                </a:moveTo>
                <a:lnTo>
                  <a:pt x="2844625" y="0"/>
                </a:lnTo>
                <a:lnTo>
                  <a:pt x="2844625" y="898901"/>
                </a:lnTo>
                <a:lnTo>
                  <a:pt x="0" y="8989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9983" t="-201218" r="-29583" b="-20374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5752" y="8183848"/>
            <a:ext cx="2148905" cy="2148905"/>
          </a:xfrm>
          <a:custGeom>
            <a:avLst/>
            <a:gdLst/>
            <a:ahLst/>
            <a:cxnLst/>
            <a:rect r="r" b="b" t="t" l="l"/>
            <a:pathLst>
              <a:path h="2148905" w="2148905">
                <a:moveTo>
                  <a:pt x="0" y="0"/>
                </a:moveTo>
                <a:lnTo>
                  <a:pt x="2148904" y="0"/>
                </a:lnTo>
                <a:lnTo>
                  <a:pt x="2148904" y="2148904"/>
                </a:lnTo>
                <a:lnTo>
                  <a:pt x="0" y="21489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8482" y="233716"/>
            <a:ext cx="3562904" cy="1044748"/>
          </a:xfrm>
          <a:custGeom>
            <a:avLst/>
            <a:gdLst/>
            <a:ahLst/>
            <a:cxnLst/>
            <a:rect r="r" b="b" t="t" l="l"/>
            <a:pathLst>
              <a:path h="1044748" w="3562904">
                <a:moveTo>
                  <a:pt x="0" y="0"/>
                </a:moveTo>
                <a:lnTo>
                  <a:pt x="3562905" y="0"/>
                </a:lnTo>
                <a:lnTo>
                  <a:pt x="3562905" y="1044747"/>
                </a:lnTo>
                <a:lnTo>
                  <a:pt x="0" y="1044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92242" y="393949"/>
            <a:ext cx="3424518" cy="724282"/>
          </a:xfrm>
          <a:custGeom>
            <a:avLst/>
            <a:gdLst/>
            <a:ahLst/>
            <a:cxnLst/>
            <a:rect r="r" b="b" t="t" l="l"/>
            <a:pathLst>
              <a:path h="724282" w="3424518">
                <a:moveTo>
                  <a:pt x="0" y="0"/>
                </a:moveTo>
                <a:lnTo>
                  <a:pt x="3424518" y="0"/>
                </a:lnTo>
                <a:lnTo>
                  <a:pt x="3424518" y="724282"/>
                </a:lnTo>
                <a:lnTo>
                  <a:pt x="0" y="724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82975" y="9108178"/>
            <a:ext cx="2843050" cy="944722"/>
          </a:xfrm>
          <a:custGeom>
            <a:avLst/>
            <a:gdLst/>
            <a:ahLst/>
            <a:cxnLst/>
            <a:rect r="r" b="b" t="t" l="l"/>
            <a:pathLst>
              <a:path h="944722" w="2843050">
                <a:moveTo>
                  <a:pt x="0" y="0"/>
                </a:moveTo>
                <a:lnTo>
                  <a:pt x="2843051" y="0"/>
                </a:lnTo>
                <a:lnTo>
                  <a:pt x="2843051" y="944722"/>
                </a:lnTo>
                <a:lnTo>
                  <a:pt x="0" y="9447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45410" y="9108178"/>
            <a:ext cx="3470715" cy="915353"/>
          </a:xfrm>
          <a:custGeom>
            <a:avLst/>
            <a:gdLst/>
            <a:ahLst/>
            <a:cxnLst/>
            <a:rect r="r" b="b" t="t" l="l"/>
            <a:pathLst>
              <a:path h="915353" w="3470715">
                <a:moveTo>
                  <a:pt x="0" y="0"/>
                </a:moveTo>
                <a:lnTo>
                  <a:pt x="3470715" y="0"/>
                </a:lnTo>
                <a:lnTo>
                  <a:pt x="3470715" y="915353"/>
                </a:lnTo>
                <a:lnTo>
                  <a:pt x="0" y="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118" t="-28477" r="-9325" b="-337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33934" y="9108178"/>
            <a:ext cx="2844625" cy="898902"/>
          </a:xfrm>
          <a:custGeom>
            <a:avLst/>
            <a:gdLst/>
            <a:ahLst/>
            <a:cxnLst/>
            <a:rect r="r" b="b" t="t" l="l"/>
            <a:pathLst>
              <a:path h="898902" w="2844625">
                <a:moveTo>
                  <a:pt x="0" y="0"/>
                </a:moveTo>
                <a:lnTo>
                  <a:pt x="2844625" y="0"/>
                </a:lnTo>
                <a:lnTo>
                  <a:pt x="2844625" y="898901"/>
                </a:lnTo>
                <a:lnTo>
                  <a:pt x="0" y="898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983" t="-201218" r="-29583" b="-20374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5752" y="8183848"/>
            <a:ext cx="2148905" cy="2148905"/>
          </a:xfrm>
          <a:custGeom>
            <a:avLst/>
            <a:gdLst/>
            <a:ahLst/>
            <a:cxnLst/>
            <a:rect r="r" b="b" t="t" l="l"/>
            <a:pathLst>
              <a:path h="2148905" w="2148905">
                <a:moveTo>
                  <a:pt x="0" y="0"/>
                </a:moveTo>
                <a:lnTo>
                  <a:pt x="2148904" y="0"/>
                </a:lnTo>
                <a:lnTo>
                  <a:pt x="2148904" y="2148904"/>
                </a:lnTo>
                <a:lnTo>
                  <a:pt x="0" y="21489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900" y="4414370"/>
            <a:ext cx="18221100" cy="6149621"/>
          </a:xfrm>
          <a:custGeom>
            <a:avLst/>
            <a:gdLst/>
            <a:ahLst/>
            <a:cxnLst/>
            <a:rect r="r" b="b" t="t" l="l"/>
            <a:pathLst>
              <a:path h="6149621" w="18221100">
                <a:moveTo>
                  <a:pt x="0" y="0"/>
                </a:moveTo>
                <a:lnTo>
                  <a:pt x="18221100" y="0"/>
                </a:lnTo>
                <a:lnTo>
                  <a:pt x="18221100" y="6149621"/>
                </a:lnTo>
                <a:lnTo>
                  <a:pt x="0" y="61496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93072" y="3135920"/>
            <a:ext cx="4979963" cy="4114800"/>
          </a:xfrm>
          <a:custGeom>
            <a:avLst/>
            <a:gdLst/>
            <a:ahLst/>
            <a:cxnLst/>
            <a:rect r="r" b="b" t="t" l="l"/>
            <a:pathLst>
              <a:path h="4114800" w="4979963">
                <a:moveTo>
                  <a:pt x="0" y="0"/>
                </a:moveTo>
                <a:lnTo>
                  <a:pt x="4979963" y="0"/>
                </a:lnTo>
                <a:lnTo>
                  <a:pt x="49799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86880" y="3135920"/>
            <a:ext cx="3556681" cy="3801640"/>
          </a:xfrm>
          <a:custGeom>
            <a:avLst/>
            <a:gdLst/>
            <a:ahLst/>
            <a:cxnLst/>
            <a:rect r="r" b="b" t="t" l="l"/>
            <a:pathLst>
              <a:path h="3801640" w="3556681">
                <a:moveTo>
                  <a:pt x="0" y="0"/>
                </a:moveTo>
                <a:lnTo>
                  <a:pt x="3556682" y="0"/>
                </a:lnTo>
                <a:lnTo>
                  <a:pt x="3556682" y="3801641"/>
                </a:lnTo>
                <a:lnTo>
                  <a:pt x="0" y="38016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43139" r="0" b="-5969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397714" y="7034503"/>
            <a:ext cx="27350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Join our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DAG368nxKYw</dc:identifier>
  <dcterms:modified xsi:type="dcterms:W3CDTF">2011-08-01T06:04:30Z</dcterms:modified>
  <cp:revision>1</cp:revision>
  <dc:title>AI Day 2025 Template</dc:title>
</cp:coreProperties>
</file>